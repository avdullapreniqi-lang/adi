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C84C9-3A91-02BA-F391-CA576864D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77CCC-6645-45E2-BC2D-66860E553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31546-91DA-A515-2FC7-31FED8C9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170A5-AB42-2B2E-3104-71DF71DCA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F747F-0180-A07B-267C-A16EBBD9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4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ABEB-A26D-405F-2B8C-B7FDD9B0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F6593-77E4-F333-4E06-3BFB3466A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189F3-D651-040F-3DCD-A35FE18C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A1D6C-C9B8-4D0A-9B45-6CAE5C90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1796F-A559-8658-CF8F-94633F61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4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B643C-896A-226D-EB62-F17F1C46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D90CA-BAEF-F29E-7D94-13B8871A9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1B248-0487-20A2-235F-8A87207A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72103-6D1F-DA80-CFA2-5C48CCFB1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30111-76CA-5639-5AC5-B281976F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58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0614-D8AB-81C9-534D-5946F19D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733DF-0202-295B-B13B-4AF46C46B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71DC6-1FE5-8377-3639-1BD889DFD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7B793-0409-3945-0AE8-42BCD284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599AB-77BF-9C82-264F-0FACC803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367B2-D718-0935-D504-E418881E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12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B3D0-FAB4-9BDE-CAFB-12BDC404A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15927-FB63-7C3F-A125-E7E27A972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3D01D-1E37-50AB-A4C1-2C696175F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FC2AF-AC45-26B4-B5B4-3696FEBA1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A5895D-DDB4-16DE-2E04-E36F732D3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21FF3B-3775-B1B7-D91A-654200EF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9C43E-BAE5-7074-6FEC-DA3C7D5C5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27B099-D013-A0F0-490B-C186E267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126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FFE5-62DE-929A-2159-E4EEC34E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CA0A9-D9AB-C692-A88E-E5F0B4916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F96E3-F503-0CB1-5FE3-51FF6889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AD1AB-26E4-51DC-42FD-5A5218CC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99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CF8A5-C60D-1FDB-6E94-A90B6D77B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ABADC-1F2E-B213-916C-283373FA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58114-6E5D-0269-0E24-E5525D94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9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AEB3-8655-FA68-3F57-B5173B3F5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9F19D-5E7D-B56C-49AA-84A6D8A2C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1C526-9375-64FB-50E6-18D04537D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3CA21-800E-D013-6975-4D2EC09D6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1796A-AE04-28BB-9776-7D16AD59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6D7ED-A461-B1E7-1BD5-5C80238C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94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935E-0130-4252-1786-044039CF6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7BAA3-AE30-A7EA-9AF7-56DA3B476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C797C-D05D-20F9-47E0-6B517C476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2A605-351A-C678-8805-BB8A77BE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57562-F55F-9F0B-6D3B-55B30602B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71E9D-EAF5-3604-D35B-D8C4F41A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13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6F3AF-50A9-5EE5-01FE-AEC40ED9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7E6DD-9A3A-C6A0-61AE-8FF238ECC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3C31E-D1A4-4468-0372-424A13B2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07DE2-D1B7-FF2F-310A-9E56F6DB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7FDBA-2A0C-5809-5843-9BAFC2EE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75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7AC3FC-0142-6B9A-B221-BAE42A019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0586A-E2A9-5B5F-A09B-D788A53EA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62216-9460-E7C3-BAE7-34F815EC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6717A-51C1-2688-97D3-E833AD1A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D5B0D-FCD8-2CCF-2372-5DB80803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52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59FCBF-17E5-DCB4-D990-67657BEF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9776C-CDB8-E669-0757-70C5B47F2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B98E1-370E-7152-E646-4FD5F91ED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8EA5E-7A07-47E3-9387-DB4C844429D0}" type="datetimeFigureOut">
              <a:rPr lang="en-US" smtClean="0"/>
              <a:t>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C3564-DBEB-6C23-D85A-6FF5709CC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2CFF7-9934-6169-DA49-4D1AB9322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84A51-7BA6-40D8-BCD5-EAF050FA49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05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60C4E36-33EF-E2FB-5869-7D8191A00CE7}"/>
              </a:ext>
            </a:extLst>
          </p:cNvPr>
          <p:cNvSpPr txBox="1">
            <a:spLocks/>
          </p:cNvSpPr>
          <p:nvPr/>
        </p:nvSpPr>
        <p:spPr>
          <a:xfrm>
            <a:off x="1248697" y="403122"/>
            <a:ext cx="9144000" cy="6522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q-AL" sz="2000" b="1" spc="-5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UNIVERSITETI</a:t>
            </a:r>
            <a:r>
              <a:rPr lang="sq-AL" sz="2000" b="1" spc="25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sq-AL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sq-AL" sz="2000" b="1" spc="-1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sq-AL" sz="2000" b="1" spc="-5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PRISHTINËS</a:t>
            </a:r>
            <a:r>
              <a:rPr lang="sq-AL" sz="2000" b="1" spc="-1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sq-AL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“HASAN</a:t>
            </a:r>
            <a:r>
              <a:rPr lang="sq-AL" sz="2000" b="1" spc="-25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sq-AL" sz="2000" b="1" spc="-5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PRISHTINA”</a:t>
            </a:r>
            <a:br>
              <a:rPr lang="en-US" sz="2000" b="1" spc="-5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sq-AL" sz="2000" b="1" spc="-35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FAKULTETI</a:t>
            </a:r>
            <a:r>
              <a:rPr lang="sq-AL" sz="2000" b="1" spc="-1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sq-AL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sq-AL" sz="2000" b="1" spc="-5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sq-AL" sz="2000" b="1" spc="-1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INXHINIERISË</a:t>
            </a:r>
            <a:r>
              <a:rPr lang="en-US" sz="2000" b="1" spc="-1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ELEKTRIKE DHE KOMPJUTERIKE</a:t>
            </a:r>
            <a:endParaRPr lang="sq-AL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C54C8E-2D67-65D2-7F7C-9FC53FEC54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046" y="1165372"/>
            <a:ext cx="2596779" cy="258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775606-D9E8-D25C-178E-B40D2EACE2B3}"/>
              </a:ext>
            </a:extLst>
          </p:cNvPr>
          <p:cNvSpPr txBox="1"/>
          <p:nvPr/>
        </p:nvSpPr>
        <p:spPr>
          <a:xfrm>
            <a:off x="2688591" y="3831169"/>
            <a:ext cx="6096000" cy="37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sq-AL" sz="1800" b="1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Dokumentim teknik i projektit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12B2BD-A549-CBF2-C260-ABAD83034C56}"/>
              </a:ext>
            </a:extLst>
          </p:cNvPr>
          <p:cNvSpPr txBox="1"/>
          <p:nvPr/>
        </p:nvSpPr>
        <p:spPr>
          <a:xfrm>
            <a:off x="2580436" y="441542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q-AL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itulli i projektit </a:t>
            </a:r>
            <a:r>
              <a:rPr lang="sq-AL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Ligjet e Mekanikës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95CF4D-3E21-ABC7-23EC-1D5500E07807}"/>
              </a:ext>
            </a:extLst>
          </p:cNvPr>
          <p:cNvSpPr txBox="1"/>
          <p:nvPr/>
        </p:nvSpPr>
        <p:spPr>
          <a:xfrm>
            <a:off x="334297" y="5555624"/>
            <a:ext cx="2448232" cy="37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sq-AL" sz="18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Prof. Dr. Valon Veliu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D65544-5251-E662-3FD8-244E89F4DD45}"/>
              </a:ext>
            </a:extLst>
          </p:cNvPr>
          <p:cNvSpPr txBox="1"/>
          <p:nvPr/>
        </p:nvSpPr>
        <p:spPr>
          <a:xfrm>
            <a:off x="8981768" y="5356146"/>
            <a:ext cx="2821858" cy="772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sq-AL" sz="18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Punoi: Avdulla Preniqi 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sq-AL" sz="18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18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q-AL" sz="18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Lorik Hamiti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247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85F5-B6E8-52D2-C32D-FFDC3C85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dirty="0"/>
              <a:t>P</a:t>
            </a:r>
            <a:r>
              <a:rPr lang="en-US" dirty="0"/>
              <a:t>ë</a:t>
            </a:r>
            <a:r>
              <a:rPr lang="sq-AL" dirty="0"/>
              <a:t>rmbajtja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890E3-8CAC-A57F-462D-8ED6AE712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q-AL" dirty="0"/>
              <a:t>Hyrje</a:t>
            </a:r>
          </a:p>
          <a:p>
            <a:r>
              <a:rPr lang="sq-AL" dirty="0"/>
              <a:t>Dinamika e lëvizjes translative</a:t>
            </a:r>
          </a:p>
          <a:p>
            <a:r>
              <a:rPr lang="sq-AL" dirty="0"/>
              <a:t>Ligji i pare </a:t>
            </a:r>
            <a:r>
              <a:rPr lang="en-US" dirty="0"/>
              <a:t>i Njutonit</a:t>
            </a:r>
          </a:p>
          <a:p>
            <a:r>
              <a:rPr lang="sq-AL" dirty="0"/>
              <a:t>Ligji </a:t>
            </a:r>
            <a:r>
              <a:rPr lang="en-US" dirty="0"/>
              <a:t>i</a:t>
            </a:r>
            <a:r>
              <a:rPr lang="sq-AL" dirty="0"/>
              <a:t> dyte i Njutonit</a:t>
            </a:r>
          </a:p>
          <a:p>
            <a:r>
              <a:rPr lang="sq-AL" dirty="0"/>
              <a:t>Ligji i tretë i Njutonit </a:t>
            </a:r>
          </a:p>
          <a:p>
            <a:r>
              <a:rPr lang="sq-AL" dirty="0"/>
              <a:t>Konkluzion</a:t>
            </a:r>
          </a:p>
        </p:txBody>
      </p:sp>
    </p:spTree>
    <p:extLst>
      <p:ext uri="{BB962C8B-B14F-4D97-AF65-F5344CB8AC3E}">
        <p14:creationId xmlns:p14="http://schemas.microsoft.com/office/powerpoint/2010/main" val="1723119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797B-8038-4AB0-E989-DDC626A71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04800"/>
            <a:ext cx="7279640" cy="786448"/>
          </a:xfrm>
        </p:spPr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Hyrje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137CC-DB25-AF01-2B3C-14586943D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263968"/>
            <a:ext cx="7970520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sq-A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Mekanika është një nga degët më themelore të fizikës, e cila merret me studimin e forcave dhe lëvizjes së trupave në natyrë. Ajo ka një rëndësi të jashtëzakonshme në shpjegimin e fenomeneve të ndryshme fizike dhe gjen zbatim në shumë fusha të shkencës dhe teknologjisë. Ligjet e mekanikës, të cilat u formuluan për herë të parë nga shkencëtari i famshëm Isak Njuton, përbëjnë bazën e kuptimit të këtyre fenomeneve. Këto ligje, të njohura si Ligjet e Njutonit, kanë shpjeguar me sukses lëvizjen e objekteve që nga epoka klasike deri në aplikime moderne në inxhinieri dhe shkencë.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sq-A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Në këtë punim seminarik do të shpjegohen në detaje tre ligjet e Njutonit, të cilat janë themeli i dinamikës së mekanikës.</a:t>
            </a: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 </a:t>
            </a:r>
            <a:r>
              <a:rPr lang="sq-AL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cili</a:t>
            </a: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q-AL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synon</a:t>
            </a: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q-AL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 vetëm të shpjegojë konceptet themelore të këtyre ligjeve, por edhe të ilustrojë rëndësinë e tyre në zgjidhjen e problemeve inxhinierike dhe shkencore.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DCC56-AB4C-98FB-8A27-C5C12AF189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0" y="1577022"/>
            <a:ext cx="2716530" cy="340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0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7682-EBDC-AAB1-9302-9761AB31F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679"/>
            <a:ext cx="10515600" cy="640715"/>
          </a:xfrm>
        </p:spPr>
        <p:txBody>
          <a:bodyPr/>
          <a:lstStyle/>
          <a:p>
            <a:pPr algn="ctr"/>
            <a:r>
              <a:rPr lang="en-US" sz="2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DINAMIKA E LËVIZJES TRANSLATIVE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8B3E7-EC03-F896-5FC9-5B3985DCA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39" y="1001393"/>
            <a:ext cx="11093574" cy="5495928"/>
          </a:xfrm>
        </p:spPr>
        <p:txBody>
          <a:bodyPr>
            <a:normAutofit fontScale="3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sq-AL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Dinamika e lëvizjes translative merret me lëvizjen e objekteve 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</a:t>
            </a:r>
            <a:r>
              <a:rPr lang="sq-AL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hapësirë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 të gjitha pjesët e tyre lëvizin me të njëjtën shpejtësi dhe drejtim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 </a:t>
            </a:r>
            <a:r>
              <a:rPr lang="en-US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rotacion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Ajo analizon forcat që veprojnë mbi objektet dhe ndikimin e tyre në lëvizje. Lëvizja mund të jetë në qetësi ose në ndryshim të pozicionit me kalimin e kohës. Në kinematikë studiohen parametra si pozicioni, shpejtësia dhe nxitimi, ndërsa dinamika fokusohet në forcat dhe energjinë që shkaktojnë lëvizjen.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sq-AL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Energjia dhe Puna në Lëvizjen Translative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sq-AL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Energjia Kinetike (Ek):</a:t>
            </a:r>
            <a:r>
              <a:rPr lang="sq-AL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Lidhet me lëvizjen e objektit dhe përllogaritet si:</a:t>
            </a:r>
          </a:p>
          <a:p>
            <a:pPr marL="0" indent="0">
              <a:lnSpc>
                <a:spcPct val="170000"/>
              </a:lnSpc>
              <a:buNone/>
            </a:pPr>
            <a:endParaRPr lang="sq-AL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sq-AL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Puna (W):</a:t>
            </a:r>
            <a:r>
              <a:rPr lang="sq-AL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Kryhet kur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5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Kur një forcë vepron mbi një objekt dhe shkakton një ndryshim në pozicionin e tij, bëhet punë. </a:t>
            </a:r>
            <a:r>
              <a:rPr lang="sq-AL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dhe llogaritet si: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sq-AL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sq-AL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 F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është forca dhe d distanca në drejtimin e forcës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228D4-A84C-FFDA-D107-0B76FA163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13" b="14132"/>
          <a:stretch/>
        </p:blipFill>
        <p:spPr>
          <a:xfrm>
            <a:off x="3485342" y="3749357"/>
            <a:ext cx="1665862" cy="511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6BD2DB-2F56-552B-3DFF-2D4AFD9D2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342" y="5221793"/>
            <a:ext cx="1086002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9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BA580-43B9-53B8-5047-713EDE362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399948"/>
            <a:ext cx="10515600" cy="30290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q-A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LIGJI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PARË I NJUTONIT </a:t>
            </a:r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thotë</a:t>
            </a:r>
            <a:r>
              <a:rPr lang="sq-AL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sq-AL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sq-AL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Një objekt do të qëndrojë në pushim, ose në lëvizje të pandryshueshme në një vijë të drejtpërdrejtë, përveç nëse vepron mbi të një forcë e jashtme</a:t>
            </a:r>
            <a:r>
              <a:rPr lang="sq-AL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."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BA082D-7E85-0F74-99DE-36D6789E26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999" y="1644842"/>
            <a:ext cx="2985770" cy="171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AA64FC-E4E6-76AA-ADFD-483FB321B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724" y="4553218"/>
            <a:ext cx="1143160" cy="352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6D550A-D682-E3EA-D466-62B16613AE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761" y="2608079"/>
            <a:ext cx="1767840" cy="27660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661424-797D-E8F4-F64E-0A8416FFB671}"/>
              </a:ext>
            </a:extLst>
          </p:cNvPr>
          <p:cNvSpPr txBox="1"/>
          <p:nvPr/>
        </p:nvSpPr>
        <p:spPr>
          <a:xfrm>
            <a:off x="621399" y="3428364"/>
            <a:ext cx="89448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q-AL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LIGJI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DYTË I NJUTONIT  </a:t>
            </a:r>
            <a:r>
              <a:rPr lang="sq-AL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thotë : 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q-AL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Ndryshimi i sasisë së lëvizjes Brenda kohës është në përpjesëtim të drejtë me forcën dhe kryhet në drejtimin e saj pa marrë parasysh veprimet e forcave të tjera</a:t>
            </a:r>
            <a:r>
              <a:rPr lang="sq-AL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, dhe shprehet me formulën :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q-AL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37B87F-6C88-8E6F-577F-E39893CA5874}"/>
              </a:ext>
            </a:extLst>
          </p:cNvPr>
          <p:cNvSpPr txBox="1"/>
          <p:nvPr/>
        </p:nvSpPr>
        <p:spPr>
          <a:xfrm>
            <a:off x="621399" y="4905692"/>
            <a:ext cx="8209936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Aft>
                <a:spcPts val="800"/>
              </a:spcAft>
            </a:pPr>
            <a:r>
              <a:rPr lang="sq-AL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LIGJI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Ë I NJUTONIT </a:t>
            </a:r>
            <a:r>
              <a:rPr lang="sq-A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thotë: 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spcAft>
                <a:spcPts val="800"/>
              </a:spcAft>
            </a:pPr>
            <a:r>
              <a:rPr lang="sq-AL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Për çdo veprim, ka një kundërveprim të barabartë dhe në drejtim të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kundërt .</a:t>
            </a:r>
          </a:p>
          <a:p>
            <a:pPr algn="just">
              <a:spcAft>
                <a:spcPts val="800"/>
              </a:spcAft>
            </a:pPr>
            <a:r>
              <a:rPr lang="sq-AL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Matematikisht, mund të shprehet si: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D09621-C45E-4192-5749-A2DC15A60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013" y="6103228"/>
            <a:ext cx="1114581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7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AD03-3C24-D3C1-9119-E7F39A83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Konkluzion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5F718-1F5E-7B5C-74F8-37C838655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sq-AL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Ligjet e lëvizjes të Njutonit janë tre principe themelore që përshkruajnë marrëdhënien midis një trupi dhe forcave që veprojnë mbi të, dhe si lëvizja e trupit reagon ndaj këtyre forcave</a:t>
            </a:r>
            <a:r>
              <a:rPr lang="sq-AL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sq-A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Ligji i Parë:</a:t>
            </a:r>
            <a:r>
              <a:rPr lang="sq-A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Një objekt mbetet në pushim ose lëviz me shpejtësi konstante përveç nëse ndikohet nga një forcë e jashtme.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q-A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Ligji i Dytë:</a:t>
            </a:r>
            <a:r>
              <a:rPr lang="sq-A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Nxitimi i një objekti është proporcional me forcën dhe i anasjelltë me masën (F=ma).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q-A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Ligji i Tretë:</a:t>
            </a:r>
            <a:r>
              <a:rPr lang="sq-A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Çdo veprim ka një kundërveprim të barabartë dhe të kundërt.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q-A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Këto principe janë thelbësore për të kuptuar dhe analizuar lëvizjen dinamike, qoftë translative apo rrotulluese, si dhe ndikimin e forcave si graviteti dhe fërkimi.</a:t>
            </a:r>
          </a:p>
        </p:txBody>
      </p:sp>
    </p:spTree>
    <p:extLst>
      <p:ext uri="{BB962C8B-B14F-4D97-AF65-F5344CB8AC3E}">
        <p14:creationId xmlns:p14="http://schemas.microsoft.com/office/powerpoint/2010/main" val="2142341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593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Georgia</vt:lpstr>
      <vt:lpstr>Times New Roman</vt:lpstr>
      <vt:lpstr>Office Theme</vt:lpstr>
      <vt:lpstr>PowerPoint Presentation</vt:lpstr>
      <vt:lpstr>Përmbajtja</vt:lpstr>
      <vt:lpstr>Hyrje </vt:lpstr>
      <vt:lpstr>DINAMIKA E LËVIZJES TRANSLATIVE</vt:lpstr>
      <vt:lpstr>PowerPoint Presentation</vt:lpstr>
      <vt:lpstr>Konkluzion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7</cp:revision>
  <dcterms:created xsi:type="dcterms:W3CDTF">2024-12-14T11:50:15Z</dcterms:created>
  <dcterms:modified xsi:type="dcterms:W3CDTF">2025-01-10T11:19:35Z</dcterms:modified>
</cp:coreProperties>
</file>